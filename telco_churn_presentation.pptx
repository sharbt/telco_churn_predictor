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Predict customer churn using telecom data.</a:t>
            </a:r>
          </a:p>
          <a:p>
            <a:r>
              <a:t>• Identify key reasons customers leave.</a:t>
            </a:r>
          </a:p>
          <a:p>
            <a:r>
              <a:t>• Support proactive retention strategies.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Cleaned column names.</a:t>
            </a:r>
          </a:p>
          <a:p>
            <a:r>
              <a:t>• Handled missing values.</a:t>
            </a:r>
          </a:p>
          <a:p>
            <a:r>
              <a:t>• Encoded categorical features with one-hot.</a:t>
            </a:r>
          </a:p>
          <a:p>
            <a:r>
              <a:t>• Scaled numeric features.</a:t>
            </a:r>
          </a:p>
          <a:p>
            <a:r>
              <a:t>• Combined processed features.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Logistic Regression (baseline).</a:t>
            </a:r>
          </a:p>
          <a:p>
            <a:r>
              <a:t>• Random Forest (ensemble).</a:t>
            </a:r>
          </a:p>
          <a:p>
            <a:r>
              <a:t>• Compared performance across metrics.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and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Evaluated accuracy, precision, recall, F1.</a:t>
            </a:r>
          </a:p>
          <a:p>
            <a:r>
              <a:t>• Random Forest achieved best F1-score.</a:t>
            </a:r>
          </a:p>
          <a:p>
            <a:r>
              <a:t>• Best model saved for reuse.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Reflections and 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Preprocessing had major impact.</a:t>
            </a:r>
          </a:p>
          <a:p>
            <a:r>
              <a:t>• Tree-based models captured nonlinear patterns.</a:t>
            </a:r>
          </a:p>
          <a:p>
            <a:r>
              <a:t>• Future work: deeper tuning, fairness checks.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